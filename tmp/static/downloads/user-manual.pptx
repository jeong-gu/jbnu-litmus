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0.xml" ContentType="application/inkml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2.xml" ContentType="application/inkml+xml"/>
  <Override PartName="/ppt/notesSlides/notesSlide19.xml" ContentType="application/vnd.openxmlformats-officedocument.presentationml.notesSlide+xml"/>
  <Override PartName="/ppt/ink/ink13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8" r:id="rId4"/>
    <p:sldId id="266" r:id="rId5"/>
    <p:sldId id="293" r:id="rId6"/>
    <p:sldId id="267" r:id="rId7"/>
    <p:sldId id="291" r:id="rId8"/>
    <p:sldId id="268" r:id="rId9"/>
    <p:sldId id="269" r:id="rId10"/>
    <p:sldId id="271" r:id="rId11"/>
    <p:sldId id="279" r:id="rId12"/>
    <p:sldId id="277" r:id="rId13"/>
    <p:sldId id="280" r:id="rId14"/>
    <p:sldId id="281" r:id="rId15"/>
    <p:sldId id="282" r:id="rId16"/>
    <p:sldId id="294" r:id="rId17"/>
    <p:sldId id="283" r:id="rId18"/>
    <p:sldId id="284" r:id="rId19"/>
    <p:sldId id="295" r:id="rId20"/>
    <p:sldId id="289" r:id="rId21"/>
    <p:sldId id="285" r:id="rId22"/>
    <p:sldId id="286" r:id="rId23"/>
    <p:sldId id="290" r:id="rId24"/>
    <p:sldId id="287" r:id="rId25"/>
    <p:sldId id="288" r:id="rId26"/>
    <p:sldId id="265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4B82A-F46A-0C7B-267B-885DC24B2A6D}" name="종욱 정" initials="종정" userId="5742bb732cf7a86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AE"/>
    <a:srgbClr val="5C96DA"/>
    <a:srgbClr val="660AA1"/>
    <a:srgbClr val="489FBB"/>
    <a:srgbClr val="69C5DD"/>
    <a:srgbClr val="489FBE"/>
    <a:srgbClr val="F29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0"/>
    <p:restoredTop sz="83406"/>
  </p:normalViewPr>
  <p:slideViewPr>
    <p:cSldViewPr snapToGrid="0" showGuides="1">
      <p:cViewPr varScale="1">
        <p:scale>
          <a:sx n="89" d="100"/>
          <a:sy n="89" d="100"/>
        </p:scale>
        <p:origin x="1182" y="9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26:52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1501 898 24575,'-53'0'0,"0"3"0,-80 13 0,63-7 0,0-3 0,-140-6 0,80-3 0,-4 5 0,-149-5 0,270 0 0,-1 0 0,1-1 0,0 0 0,1-1 0,-1-1 0,-22-13 0,1 1 0,4 1 0,-40-28 0,5 2 0,61 40 0,0 0 0,0 0 0,1-1 0,-1 0 0,1 1 0,0-1 0,0 0 0,0-1 0,0 1 0,0 0 0,1-1 0,0 0 0,0 1 0,1-1 0,-1 0 0,1 0 0,0 0 0,-1-10 0,0-9 0,1-1 0,4-43 0,0 24 0,-2 34 0,0-1 0,1 1 0,1 0 0,0 0 0,0 0 0,1 0 0,0 0 0,0 1 0,1-1 0,9-11 0,-7 10 0,0-1 0,-1 1 0,-1-1 0,0-1 0,7-22 0,-9 20 0,0-1 0,1 1 0,1 1 0,1-1 0,14-27 0,-15 35 0,0 0 0,0 0 0,1 0 0,0 1 0,0 0 0,1 0 0,0 0 0,0 1 0,0 0 0,0 0 0,1 1 0,9-4 0,22-6 0,0 0 0,2 3 0,-1 1 0,1 2 0,77-4 0,-38-1 0,-55 7 0,-1 2 0,28-1 0,559 4 0,-295 3 0,-285-1 0,-1 2 0,33 8 0,-30-5 0,49 3 0,-46-6 0,47 9 0,-48-6 0,50 3 0,-58-6 0,49 9 0,-49-7 0,52 5 0,-58-9 0,1 2 0,-1 0 0,0 1 0,0 1 0,-1 1 0,1 1 0,-1 1 0,-1 1 0,1 0 0,-2 2 0,1 0 0,-2 1 0,22 18 0,-35-24 0,1 0 0,-1 0 0,-1 0 0,1 1 0,-1 0 0,-1-1 0,1 1 0,-1 0 0,0 0 0,-1 0 0,1 1 0,-1-1 0,-1 0 0,0 12 0,7 34 0,1-19 0,-2 0 0,1 35 0,-6-56 0,-1 0 0,0 0 0,-1 1 0,0-1 0,-1 0 0,-1 0 0,0 0 0,-6 16 0,4-20 0,0 1 0,-1-1 0,0 0 0,0 0 0,-1-1 0,0 0 0,-14 12 0,-65 45 0,32-26 0,42-31 0,0 0 0,-1 0 0,0-1 0,-1-1 0,0 0 0,0-1 0,0 0 0,0-1 0,-1-1 0,-25 3 0,-12-3 0,-93-5 0,43-2 0,-406 4 0,491-1 32,1 0 1,-1-2-1,-22-6 0,-23-3-1526,39 10-5332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26:53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3274 1 24575,'-20'1'0,"0"1"0,-1 1 0,1 1 0,0 1 0,1 1 0,-1 0 0,-31 17 0,32-15 0,-59 19 0,47-17 0,1 2 0,-29 14 0,29-10 0,-1-1 0,-1-2 0,-34 10 0,-222 87 0,264-100 0,-122 66 0,35-15 0,75-42 0,-37 28 0,1-1 0,13-6 0,43-28 0,-1 0 0,-35 17 0,-146 74 0,-12-11 0,149-70 0,2 4 0,0 2 0,-72 47 0,111-63 0,-1-1 0,1 0 0,-39 12 0,-35 18 0,-72 34 0,47-24 0,76-33 0,-50 14 0,59-21 0,0 1 0,1 1 0,-35 20 0,33-15 0,0-2 0,-59 20 0,3-3 0,71-23-1365,5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26:56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 24575,'-3'23'0,"0"0"0,-2 0 0,0 0 0,-2 0 0,0-1 0,-2 0 0,-15 30 0,6-13 0,-69 144 0,81-171 0,-14 26 0,2 0 0,-23 69 0,24-60 0,-6 19 0,22-62 0,0 1 0,0 0 0,0 0 0,1-1 0,-1 1 0,1 0 0,1 0 0,-1 0 0,1-1 0,-1 1 0,3 5 0,-2-8 0,0 0 0,0 0 0,0 1 0,1-1 0,-1 0 0,1 0 0,0 0 0,-1 0 0,1-1 0,0 1 0,0 0 0,0-1 0,0 1 0,0-1 0,1 0 0,-1 0 0,0 0 0,1 0 0,-1 0 0,1 0 0,-1 0 0,4-1 0,8 3 0,0-2 0,1 0 0,13-1 0,19 3 0,25 6 0,0-3 0,117-5 0,55 4 0,-220-1-1365,-4 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27:03.06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1616 868 24575,'0'0'0,"-5"0"0,-8 0 0,-5 0 0,-5 0 0,-4 0 0,-2 0 0,-2 0 0,0 0 0,0 0 0,6 6 0,0 0 0,1 0 0,-1-1 0,-2-1 0,0-2 0,-2-1 0,0 0 0,-1-1 0,0 0 0,0-1 0,0 1 0,0 0 0,0 0 0,0 0 0,0-1 0,0 1 0,0 0 0,0 0 0,0 0 0,1 0 0,-1 0 0,0 0 0,0 0 0,6-5 0,0-1 0,0 0 0,0 1 0,3-5 0,0 1 0,-2 2 0,-1 1 0,4-3 0,-2 0 0,0 2 0,-3 2 0,5-4 0,-2 1 0,-1-5 0,-2 1 0,-1 3 0,-2 2 0,5-4 0,-1 3 0,6-6 0,-1 3 0,-1 1 0,3-2 0,-2 1 0,4-4 0,4-3 0,-3 2 0,-2 3 0,1-2 0,-3 2 0,4-2 0,2-3 0,-2 1 0,3-2 0,3-2 0,2-3 0,3-2 0,1-2 0,1-1 0,7 5 0,1-1 0,5 7 0,0-1 0,4 4 0,-2-1 0,3 3 0,-3-3 0,3-3 0,3 2 0,-3-2 0,2 4 0,-3-3 0,2 4 0,-4-3 0,3 4 0,3 2 0,2 4 0,4-3 0,1 2 0,2 1 0,1 2 0,-5-4 0,-1 1 0,0 2 0,2 0 0,0 3 0,-4-5 0,0 1 0,1 1 0,2 1 0,2 2 0,0 1 0,2 1 0,1 0 0,0 2 0,0-1 0,0 0 0,0 0 0,1 1 0,-2-1 0,1 0 0,0 0 0,0 0 0,0 0 0,0 0 0,0 0 0,0 0 0,0 0 0,0 0 0,0 0 0,-1 0 0,1 0 0,0 0 0,0 0 0,0 0 0,0 0 0,0 0 0,0 0 0,-1 0 0,1 0 0,0 0 0,0 0 0,-6 6 0,0 0 0,-1 0 0,2-1 0,1-2 0,2 0 0,1-2 0,0-1 0,-5 6 0,0 1 0,0-1 0,1-2 0,2 0 0,0-2 0,-4 5 0,0 0 0,1-1 0,-5 4 0,1 0 0,-4 4 0,2-2 0,1-2 0,-2 4 0,2-4 0,-4 5 0,3-3 0,-4 4 0,-3 3 0,2-2 0,-2 3 0,-3 1 0,-2 4 0,-3 1 0,-1 2 0,-2 2 0,0 0 0,0 0 0,-1 0 0,1 0 0,0 1 0,-1-1 0,1 0 0,-6-6 0,0 0 0,-6-7 0,-6-4 0,-3-5 0,-5-4 0,4 4 0,-2-2 0,-1 0 0,0 4 0,-2-1 0,4 4 0,0-1 0,0-2 0,-2-2 0,-2-4 0,-1-1 0,0-2 0,4 5 0,0 0 0,0-1 0,5 6 0,-1-2 0,-2-1 0,-2-2 0,-2-2 0,5-2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27:04.37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75.09668"/>
      <inkml:brushProperty name="anchorY" value="-1239.98413"/>
      <inkml:brushProperty name="scaleFactor" value="0.5"/>
    </inkml:brush>
  </inkml:definitions>
  <inkml:trace contextRef="#ctx0" brushRef="#br0">1 1 24575,'0'0'0,"5"0"0,8 0 0,5 0 0,5 6 0,-2 6 0,2 0 0,2-1 0,-5 4 0,1-3 0,2 4 0,1-3 0,2 3 0,2 4 0,1-4 0,-6 4 0,1-4 0,0 2 0,2-4 0,0-3 0,-4 2 0,1-2 0,-6 3 0,2-2 0,1-3 0,3 4 0,2-2 0,2 3 0,2-2 0,1-2 0,-6 2 0,0-1 0,-6 3 0,1-2 0,2-2 0,1-3 0,-2 4 0,1-3 0,1-1 0,-3 4 0,1-1 0,2-3 0,-4 5 0,2-2 0,-4 4 0,1-2 0,3-2 0,-3 3 0,2-2 0,3 4 0,1-3 0,4-2 0,-5 3 0,0-3 0,-4 5 0,1-3 0,2 4 0,2-3 0,2 3 0,3-3 0,-5 4 0,0-4 0,1 4 0,1-4 0,2 4 0,1-3 0,1-4 0,-6 3 0,1-2 0,0-3 0,-5 4 0,2-2 0,0-2 0,-3 3 0,2-1 0,1-2 0,-3 4 0,2-2 0,1-2 0,3-2 0,-4 4 0,2-2 0,1-1 0,2 4 0,1 4 0,2-1 0,1-2 0,-5 3 0,0-3 0,0-2 0,-5 2 0,2-2 0,1-2 0,-5 4 0,3-3 0,-4 5 0,1-2 0,3-2 0,-3 3 0,2-2 0,2-3 0,3-2 0,-4 4 0,2-2 0,1-1 0,-4 4 0,1-2 0,2-1 0,2-2 0,-3 4 0,0-2 0,-4 5 0,2-1 0,1-3 0,-3 4 0,2-2 0,2 3 0,3-1 0,2 3 0,2 3 0,1-3 0,-5 4 0,0-5 0,0-3 0,-4 3 0,0-4 0,2-3 0,-4 4 0,1-2 0,3 3 0,1-1 0,3 4 0,2-3 0,1-3 0,-5 4 0,-12-4 0,-6-1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27:05.31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515.09619"/>
      <inkml:brushProperty name="anchorY" value="-4084.39673"/>
      <inkml:brushProperty name="scaleFactor" value="0.5"/>
    </inkml:brush>
  </inkml:definitions>
  <inkml:trace contextRef="#ctx0" brushRef="#br0">534 1 24575,'0'0'0,"0"5"0,0 8 0,0 5 0,6-1 0,0 4 0,0 2 0,5-4 0,-1 3 0,-2 0 0,-1 3 0,-3 1 0,4-3 0,0-1 0,-2 2 0,-1 1 0,-2 2 0,-1 1 0,5 1 0,-1 0 0,-6-5 0,-7-6 0,-8-6 0,-6-5 0,-5-4 0,-3-2 0,-2-2 0,0 0 0,0 0 0,0 0 0,0 0 0,0 1 0,1-1 0,0 1 0,0 0 0,0 0 0,0 0 0,0 0 0,1 0 0,-1 0 0,0 0 0,0 0 0,0 0 0,6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31:24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1198 962 24575,'-8'1'0,"-1"0"0,0 1 0,1 0 0,-1 1 0,1-1 0,0 2 0,0-1 0,-10 6 0,8-3 0,-2-1 0,1 0 0,-19 4 0,-15 1 0,9-1 0,-1-2 0,0-1 0,-49 1 0,-14-6 0,-129-5 0,215 1 0,0-1 0,-1 0 0,2-1 0,-1-1 0,0 0 0,1-1 0,0 0 0,1-1 0,0-1 0,-12-11 0,-45-26 0,45 32 0,0-1 0,0-1 0,1-1 0,2-2 0,-31-31 0,43 40 0,0 0 0,1-1 0,0 0 0,1 0 0,1-1 0,0 0 0,0 0 0,1 0 0,1-1 0,0 1 0,0-1 0,2 0 0,-3-26 0,4 26 0,0 0 0,1-1 0,1 1 0,0 0 0,1 0 0,1 0 0,0 0 0,0 0 0,2 0 0,-1 1 0,1 0 0,1 0 0,10-16 0,22-27 0,-22 32 0,24-44 0,-36 61 0,1-1 0,-1 1 0,1-1 0,0 1 0,1 1 0,-1-1 0,9-5 0,24-28 0,-32 32 0,1 1 0,0-1 0,0 1 0,0 0 0,1 1 0,0-1 0,0 2 0,14-7 0,73-25 0,-72 30 0,1 2 0,44-4 0,26-3 0,-68 7 0,-1 0 0,40 2 0,-42 2 0,-1-1 0,1-1 0,39-9 0,-18 3 0,0 1 0,0 2 0,1 3 0,82 4 0,-30 0 0,-87-1 0,0 0 0,1 1 0,-1 0 0,0 1 0,0 0 0,0 0 0,-1 1 0,1 0 0,-1 1 0,0 0 0,0 0 0,15 13 0,-9-5 0,0 0 0,-1 1 0,0 1 0,-1 0 0,21 32 0,-29-36 0,0 0 0,0 1 0,-1-1 0,0 1 0,2 16 0,-2-13 0,-1-1 0,2 1 0,6 13 0,-5-13 0,0 0 0,-1 0 0,-1 0 0,0 1 0,-1-1 0,0 1 0,-2 0 0,0 0 0,-1 18 0,-1-22 0,0 0 0,0 0 0,-1 1 0,-1-2 0,0 1 0,-1 0 0,0-1 0,0 1 0,-2-1 0,1 0 0,-1-1 0,-11 15 0,2-6 0,4-5 0,-1 0 0,0-1 0,-24 20 0,-6 3 66,-47 53-1,-23 20-1561,98-98-5330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31:26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24575,'2'1'0,"-1"-1"0,0 1 0,1-1 0,-1 1 0,0 0 0,0-1 0,0 1 0,1 0 0,-1 0 0,0 0 0,0 0 0,0 0 0,0 0 0,0 0 0,-1 0 0,1 1 0,0-1 0,0 0 0,-1 0 0,1 1 0,-1-1 0,1 1 0,-1-1 0,0 0 0,1 1 0,-1-1 0,0 3 0,6 45 0,-6-43 0,4 71 0,-8 119 0,-11-116 0,10-58 0,1 0 0,-2 34 0,5-22 0,-2 1 0,-11 57 0,8-55 0,2 0 0,1 0 0,5 74 0,-3 43 0,-4-121 0,-1 0 0,-15 44 0,-5 22 0,18-54-341,-2 0 0,-2 0-1,-23 54 1,26-82-6485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31:31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24575,'27'30'0,"-2"1"0,-1 1 0,28 49 0,-40-59 0,-2 0 0,-1 1 0,0 0 0,9 44 0,-11-38 0,2 1 0,18 41 0,-24-64 0,0 0 0,0-1 0,1 1 0,0-1 0,0 0 0,0 0 0,1 0 0,0-1 0,0 1 0,0-1 0,1 0 0,0-1 0,0 0 0,0 1 0,0-2 0,1 1 0,-1-1 0,1 0 0,0 0 0,0-1 0,0 0 0,0 0 0,1-1 0,-1 0 0,14 0 0,3 0 0,0-1 0,-1-1 0,46-7 0,-56 4 0,0 1 0,-1-1 0,0-1 0,0 0 0,0-1 0,-1 0 0,1-1 0,17-14 0,252-235 0,-236 223 0,-38 28 0,0 1 0,0-1 0,0-1 0,-1 1 0,1-1 0,7-10 0,-2 0-1365,0 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37:24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1312 1525 24575,'-450'0'0,"434"0"0,0-2 0,1 0 0,0-1 0,-1 0 0,1-1 0,1-1 0,-1 0 0,-17-10 0,-15-10 0,-48-34 0,3 2 0,73 45 0,0-1 0,1 0 0,1-1 0,-28-29 0,-54-75 0,29 33 0,61 73 0,0 0 0,1-1 0,0 0 0,1-1 0,1 1 0,-6-17 0,-14-30 0,17 45 0,2 0 0,0 0 0,1-1 0,0 0 0,2 0 0,-5-22 0,-2-21 0,5 32 0,1-1 0,-1-38 0,-6-6 0,8 58 0,1 0 0,0-1 0,0-28 0,3 40 0,0-1 0,0 0 0,1 0 0,0 1 0,-1-1 0,1 0 0,1 0 0,-1 1 0,0-1 0,1 1 0,0 0 0,0-1 0,0 1 0,0 0 0,0 0 0,1 0 0,0 0 0,-1 1 0,6-5 0,63-41 0,133-68 0,-201 114 0,20-9 0,0 2 0,1 1 0,0 0 0,0 2 0,49-6 0,77-17 0,-38 2 0,-80 17 0,0 2 0,46-5 0,28-2 0,-68 8 0,72-3 0,638 11 0,-733 0 0,0 0 0,-1 1 0,1 1 0,0 0 0,-1 1 0,0 1 0,17 8 0,95 53 0,-87-44 0,-29-16 0,-1 1 0,1 0 0,-1 0 0,-1 1 0,0 0 0,0 0 0,0 1 0,-1 0 0,9 15 0,3 10 0,23 55 0,-10-19 0,-22-43 0,0 0 0,-2 1 0,-1 0 0,-1 1 0,-2-1 0,-1 1 0,0 36 0,0-15 0,9 27 0,-8-63 0,-2 0 0,1 0 0,-2 0 0,0 0 0,0 0 0,-1 0 0,-1 0 0,-5 26 0,-6 18 0,9-40 0,0-1 0,-1 0 0,-7 16 0,9-27 0,-1-1 0,0 1 0,0-1 0,0 0 0,0 0 0,-1 0 0,0-1 0,0 1 0,0-1 0,0 0 0,-1 0 0,-9 6 0,-9 2 0,-1 0 0,-49 16 0,46-19 0,0 2 0,-29 15 0,39-18 0,-1-1 0,1-1 0,-1 0 0,0-2 0,-33 5 0,0 1 0,48-9 0,-28 5 0,-47 17 0,67-19 0,0 1 0,1 0 0,0 1 0,0 0 0,0 1 0,1 0 0,-15 14 0,15-13 0,0-1 0,0-1 0,-1 1 0,0-2 0,-19 9 0,17-8 0,1-1 0,-1 2 0,1-1 0,-15 14 0,15-13 3,1 0-1,-1 0 0,0-1 0,-1 0 1,0-1-1,0 0 0,0-1 0,0-1 1,0 0-1,-1 0 0,-14 0 1,-43 12-1396,51-9-5433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38:59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2518 1198 24575,'-49'3'0,"0"2"0,-90 23 0,137-28 0,-76 13 0,0-4 0,-1-4 0,-122-6 0,68-1 0,110 0 0,0 0 0,-39-9 0,38 5 0,-1 2 0,-27-1 0,17 2 0,-48-10 0,47 7 0,-49-3 0,58 7 0,-49-10 0,49 6 0,-52-3 0,62 8 0,-1 0 0,1-1 0,0 0 0,0-1 0,0-2 0,1 1 0,0-2 0,-20-9 0,8 4 0,0 1 0,-34-6 0,-26-10 0,35 13 0,43 11 0,0 0 0,0-1 0,0 0 0,0-1 0,0 0 0,-13-8 0,-176-94 0,182 98 0,3-1 0,1 0 0,-1-1 0,1 0 0,-17-19 0,1 2 0,-1-4 0,1 0 0,2-2 0,2-1 0,-37-63 0,54 85 0,3 0 0,0-1 0,1 1 0,0 0 0,1-1 0,0 0 0,1 0 0,0 0 0,1 0 0,1 0 0,0 0 0,1 0 0,0 0 0,1 0 0,0 0 0,1 1 0,7-18 0,-6 24 0,0-1 0,1 1 0,0 0 0,0 0 0,0 1 0,1 0 0,0 0 0,0 0 0,0 0 0,10-4 0,71-37 0,-84 45 0,45-19 0,69-18 0,-14 5 0,-86 28 0,0 1 0,1 1 0,-1 0 0,1 1 0,23 1 0,-20 1 0,-1-1 0,1-2 0,28-5 0,-21 2 0,1 1 0,0 2 0,36-1 0,-31 3 0,62-10 0,-57 5 0,62-3 0,-33 5 0,-52 1 0,0 0 0,-1-1 0,1 0 0,23-11 0,-25 9 0,0 0 0,0 2 0,1 0 0,-1 0 0,23-2 0,379 4 0,-204 5 0,-187-3 0,16-1 0,0 2 0,-1 2 0,64 12 0,-56-8 0,1-1 0,0-2 0,0-3 0,52-5 0,10 1 0,-67 4 0,1 1 0,74 14 0,-84-11 0,-1-2 0,46-1 0,10 1 0,-8 11 0,-59-9 0,0-1 0,28 2 0,421-5 0,-226-3 0,-224 3 0,0 2 0,41 9 0,-39-7 0,0-1 0,30 2 0,-32-5 0,13-1 0,1 3 0,62 11 0,-24-2 0,-51-9 0,-1 1 0,35 10 0,-49-11 0,1 1 0,-1-1 0,0 2 0,-1-1 0,1 1 0,-1 0 0,0 0 0,0 1 0,-1 0 0,9 9 0,-13-13 0,26 29 0,-2 1 0,-1 1 0,-1 1 0,32 62 0,-51-87 0,-1 0 0,-1 1 0,1-1 0,-1 1 0,-1 0 0,2 12 0,-4-17 0,0 0 0,0 0 0,-1 1 0,1-1 0,-1 0 0,-1 0 0,1 0 0,-1 0 0,0 0 0,0-1 0,0 1 0,0-1 0,-1 1 0,-4 4 0,-15 20 0,-2-2 0,-1 0 0,-33 26 0,-8 9 0,55-52 0,0 0 0,0-1 0,-1-1 0,0 0 0,0 0 0,-1-1 0,-20 8 0,3-5 0,0 0 0,-43 6 0,20-4 0,29-6 0,-1-1 0,0-1 0,-25 1 0,-533-5 0,268-1 0,293 2 0,0 2 0,0 0 0,0 2 0,-40 12 0,40-9 0,-1-2 0,1 0 0,-1-2 0,-34 3 0,41-7 0,-18 0 0,1 2 0,-1 1 0,-42 9 0,-13-1 0,73-10 0,1 0 0,0 1 0,0 0 0,0 1 0,0 1 0,1 0 0,-20 9 0,-24 17-1365,43-19-5461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41:45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1165 1091 24575,'-817'0'0,"809"0"0,0-1 0,0 0 0,0-1 0,0 1 0,0-1 0,0-1 0,1 0 0,-1 0 0,1 0 0,0-1 0,0 0 0,0-1 0,0 1 0,1-1 0,-1 0 0,-5-8 0,-1 0 0,1-1 0,1-1 0,0 0 0,2 0 0,-1-1 0,-7-19 0,12 26 0,0 1 0,-1 0 0,0-1 0,-10-9 0,8 9 0,1 0 0,0 0 0,-6-11 0,4 5 0,1 1 0,1-1 0,0 0 0,1-1 0,1 1 0,0-1 0,1 0 0,1-1 0,0 1 0,1-17 0,0 3 0,2 1 0,1 0 0,2 0 0,1 0 0,1 1 0,1-1 0,12-33 0,-13 47 0,-1-1 0,0 0 0,-1 0 0,1-25 0,-3 25 0,1 1 0,0-1 0,9-30 0,-9 41 0,1-1 0,0 0 0,0 1 0,0 0 0,0-1 0,1 1 0,0 1 0,0-1 0,0 0 0,0 1 0,1 0 0,0 0 0,0 0 0,6-3 0,2 1 0,0 0 0,1 0 0,0 2 0,0-1 0,0 2 0,25-4 0,-20 4 0,1-1 0,32-12 0,-35 11 0,1-1 0,-1 2 0,1 0 0,0 2 0,24-2 0,94 5 0,-53 2 0,30-5 0,120 4 0,-167 10 0,-47-8 0,0 0 0,25 1 0,68-7 0,48 4 0,-100 9 0,5 2 0,-48-11 0,0 1 0,0 1 0,-1 0 0,1 1 0,-1 1 0,0 1 0,-1 0 0,0 1 0,0 0 0,0 1 0,-1 1 0,17 16 0,-24-19 0,-1-1 0,-1 1 0,0 1 0,0-1 0,0 1 0,-1 0 0,0 0 0,0 0 0,4 18 0,-2-4 0,-1 2 0,4 37 0,-6 224 0,-5-151 0,3-117 0,-2-1 0,0 1 0,-1 0 0,0-1 0,-1 1 0,-1-1 0,-1 0 0,0 0 0,-1 0 0,-1-1 0,-13 23 0,5-11 0,11-19 0,-1 0 0,1 0 0,-2 0 0,-5 6 0,8-11 0,0 0 0,0 0 0,0-1 0,0 0 0,-1 0 0,1 0 0,-1 0 0,1 0 0,-1 0 0,0-1 0,0 0 0,-7 2 0,-23 1 0,-1-1 0,1-2 0,-50-4 0,1 0 0,-164 3-1365,226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4T03:46:28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1490 786 24575,'-30'2'0,"-55"9"0,55-5 0,-53 1 0,63-5 0,0 0 0,-30 7 0,29-5 0,-1 0 0,-22 1 0,-253-5 0,140-1 0,134-1 0,0 0 0,0-2 0,1 0 0,-1-2 0,1 0 0,0-2 0,-40-19 0,-40-21 0,-114-88 0,211 133 0,1 0 0,-1 0 0,1 0 0,0-1 0,0 0 0,0 0 0,1 0 0,-1 0 0,1 0 0,0-1 0,0 1 0,0-1 0,1 0 0,-3-7 0,-1-5 0,2 0 0,0 0 0,-2-19 0,-1-6 0,4 27 0,0 1 0,1-1 0,1 0 0,0 0 0,2-21 0,0 30 0,0 1 0,0 0 0,0-1 0,1 1 0,0 0 0,0 0 0,0 0 0,0 0 0,1 0 0,0 0 0,0 1 0,0-1 0,1 1 0,-1 0 0,1 0 0,0 0 0,8-5 0,3-3 0,1 2 0,0 0 0,1 0 0,0 2 0,0 0 0,1 1 0,0 0 0,0 2 0,1 0 0,-1 1 0,1 1 0,23-1 0,-12 1 0,44-9 0,-25 3 0,-21 3 0,37-13 0,-46 13 0,1 0 0,0 1 0,-1 1 0,36-2 0,-22 6 0,-4 0 0,1-1 0,-1-1 0,37-9 0,-24 5 0,0 1 0,0 2 0,83 5 0,-32 1 0,5-5 0,106 4 0,-126 10 0,-50-7 0,43 3 0,-48-6 0,41 8 0,-42-5 0,45 3 0,-28-5 0,0 2 0,0 2 0,-1 2 0,0 1 0,-1 2 0,0 1 0,-1 2 0,64 37 0,-92-48 0,-1 1 0,0 0 0,0 0 0,0 0 0,-1 1 0,1 0 0,-2 1 0,1-1 0,-1 1 0,0 0 0,0 0 0,0 0 0,-1 1 0,-1 0 0,1 0 0,2 10 0,-4-10 0,-1 0 0,1-1 0,-2 1 0,1 0 0,-1 0 0,-1 0 0,1 0 0,-1-1 0,0 1 0,-1 0 0,0-1 0,0 1 0,-1-1 0,0 0 0,0 1 0,-1-1 0,0-1 0,-5 9 0,-29 36 0,-2-2 0,-58 55 0,89-97 0,0 0 0,-1 0 0,0-1 0,0 0 0,0-1 0,-1 0 0,1-1 0,-18 5 0,14-4 0,1-1 0,0 2 0,1-1 0,-1 2 0,-17 11 0,17-10 0,0-1 0,-1 0 0,0-1 0,0-1 0,-1 0 0,0-1 0,1 0 0,-24 2 0,-14-2 5,0-1-1,-55-5 0,20 0-1382,65 2-5448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834D5-43B8-4943-9C61-787DBF4F9562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18186-E168-1A4F-B443-BAE8B64589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18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4585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248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41F9-A7C3-5311-8C97-250C72FE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D5A2AE-AE72-8C86-F912-124A5B952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72DA59-1895-7FE8-293C-0D2738B5B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5DB579-20C4-BE56-1855-CA0995F04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7347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9208-BA78-53F1-1F80-11F9995E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81BAC8-8BA0-4555-DCD4-974234270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F05D7C-D354-4CC3-FE26-D947E6577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A31FF1-DD06-B31B-2C3D-A81218237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528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9208-BA78-53F1-1F80-11F9995E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81BAC8-8BA0-4555-DCD4-974234270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F05D7C-D354-4CC3-FE26-D947E6577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A31FF1-DD06-B31B-2C3D-A81218237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8214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BB32-BE37-ED31-F187-810F64B5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585D4-6120-8DE5-DEA3-89C406783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106697-7548-3921-392F-0CB3F822C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1BB62E-ECFD-41E1-4B8D-B532A8157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4461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85DC4-9E93-C6E4-D65C-12CAE600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68C8FF-51EE-470D-7746-15A905532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3EB98E-9D01-6BA6-3DB8-A42276E0D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2AFCC9-A481-8DAA-1354-56CF3A525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0761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DE7B-3051-4D5F-C04A-E8E897E4C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C56C1-AD7D-3C2B-FE00-ADB29BBEB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6338F7-1418-090B-4EFD-068EE04EA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2C55E-AE3C-789F-C4E9-6C35C88DE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00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D39A5-D551-79B8-7367-1F1B55A5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74678B-9557-7C7B-AFD2-477A7DF7C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01BCCD-4544-C737-10AC-7B47BBCD8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CFBEA3-D748-291A-4DDE-5482811FE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2244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AAE9-FB69-D401-C132-8E2D709B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3F325F-7771-79FF-1478-ED67FDF44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825B36-6F02-FB91-A2D9-6F22C8026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5FAFC-F3F6-61B0-B46A-DE12BB877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8622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3C82-A895-5E4F-7A03-82032630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D08D61-23EE-2891-BA0C-4C6FD7282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52C1F1-CAA3-A212-EB03-75D52DE40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1DA39-264E-EF72-4B91-DE8DF7420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069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19EC-0DF2-72E5-D366-F99FCCB2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3BBF0-D9A5-DB6B-28D1-A34ADAFA7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2028FC-D78C-5B2F-4EF2-30B244197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1EE72-8AF8-AB99-ACBA-682F2DCFA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724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9015F-D03F-886C-C6CC-03C17BAD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3F96D-F5B2-C169-22B8-9EDD149C0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2F9E5-60A4-B684-D8A3-63DA0BA28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03981-6D84-2094-9AA2-8986813C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6456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B79E-E7E4-F176-406F-907AA036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B1EB6-F6B8-F0B0-F4EC-38B299123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3624DD-8939-CCB7-8E31-02B2D9D48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8679F-D872-53B6-1387-ABF663481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1625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1E2C-FF01-8909-055F-FBAB7E67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3DD697-3877-1686-7D0F-E2C0ADBD7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B73877-4CC8-EB88-B03F-58E643BE6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090EB-6CCA-196F-1323-41BDC7877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7982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1E2C-FF01-8909-055F-FBAB7E67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3DD697-3877-1686-7D0F-E2C0ADBD7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B73877-4CC8-EB88-B03F-58E643BE6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090EB-6CCA-196F-1323-41BDC7877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4617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413B-A11B-58AA-EF79-3A82AA5A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E60FE1-969F-C626-4C18-120FE9372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C03E74-35F9-8284-A86D-8DB18DF06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23BB27-CB37-48CB-774B-3FA0540C0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858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8B13-27FC-5681-632C-48939665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FDA45E-6E12-DC30-CD01-F317C7B46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E93F5-2C82-34BC-963E-0EC8B34DC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78D27-C2A1-3ACD-2B5F-3FA1FD40D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193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8B13-27FC-5681-632C-48939665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FDA45E-6E12-DC30-CD01-F317C7B46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E93F5-2C82-34BC-963E-0EC8B34DC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78D27-C2A1-3ACD-2B5F-3FA1FD40D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7548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086E-F3CA-98DB-9DE4-DB07F5C8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C1CA2-237C-CA23-D5A4-26AABF93D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0E623D-D8A0-F217-FE73-FE7EF62F8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C91BD-4E8E-62A8-9AF2-57A45C058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7001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1337-6660-03D9-C81C-D8B8A907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31722-BF6D-C1B9-E568-0F4DE80B0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825332-8054-2648-C12D-D190E81F4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8F5139-FE24-8558-4454-D786020E7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8574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8B5D-C810-79C2-461A-F2A7C70E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F7720E-E629-B5B1-51DE-0B148B252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D56D86-ED04-E7DE-2887-21318C66A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6E604-B17D-171C-DFB1-E525D359E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513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366BD-7FF2-FEE5-5C2B-D7ABF22C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95C3BF-F9A9-A9CF-485D-ED09BCD7B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75737D-88D6-4702-F451-099BAA021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2BED1-12C8-0C8D-0618-940105FE9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5941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ED85D-6922-DBB5-99CB-345A6E85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C1EBD8-CA54-1C11-5DBB-26201E202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DCF0DD-B1CD-2C25-5B69-525007008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11D9D-6ED9-44FA-6134-5494D3550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96283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DEA3-B082-48C4-255D-255B5478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45A09-2EED-8DA8-87C8-89A3E76B6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875BEF-407B-A62D-7D65-84E9B4DCE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C8ED46-2004-E834-E6A8-FFDC50F4C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18186-E168-1A4F-B443-BAE8B645895B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050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4A82B-BDFD-593A-CC0F-76C09C908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1BE2CF-B887-73B1-B545-2D804C399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77DB6-B327-B625-CE3B-07813D5B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8ADBF-8AAB-1AB9-62AC-4C06AA79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033D9-CDA2-5343-6BC1-C97F2212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07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47E68-D0B7-0108-10B6-283B2D0B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AD9672-2207-7F47-FDAE-A1AB16E39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960CE0-44E4-6485-C785-43FC2C37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63633B-8F91-CD12-6C2F-90BE89D9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9DB791-19AC-D4DD-0CC0-BE42DB2C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6657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0DA20-97DC-481C-DC1F-6B69072F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E511A-6ABD-5FBC-0D3D-F72F50337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3DD816-AA9E-DA05-CCC4-459D2B6C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E93364-2732-2E95-A1C6-D1F9AB4B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E1EE9-D1FE-504E-DD15-861E4920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045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FF1D1-4255-F817-50CF-8F913DBA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EDA9F-30E0-1613-E146-8081E5BDD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91383-0D58-E7F8-90B9-52C95A101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E8D2A2-58B1-7D82-5EEF-C24EF96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05494A-8F3D-0087-4BA6-E7EC6684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DECF6E-1140-6D5E-07E3-DF066A09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772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10443-08F3-F3D8-0403-EEE0AD1F7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20457F-585C-493D-4553-DBFFB5E03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DE12BC-C3DF-54DB-F9D0-A0D336686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6F3AE2-477C-7107-4A22-AB0A8D0AE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430550-0F86-E2C8-12BD-7A9EC5572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0C8A0C-CB65-BBEE-9538-1AD4C014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B00CFD-BA87-1F4B-2D19-E0C32F6E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2B3359-8285-DD5E-CADE-A3A3EACC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795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86B1C-53EC-19C5-A497-474122B9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3E2227-8EE3-1C03-E7F2-7A0FDE259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94357E-D405-447F-C9C5-0C0A9D1F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02F4AC-E7BE-5531-9A9F-3D23094C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41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7734C8-AF50-3827-1879-2BA5E38A4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E2F7AB6-F588-E87E-962C-D90E500C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7C005-4F26-76B0-E80A-A463F5DB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76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0E16F-730C-E90B-479A-8E2C9210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67743-C995-EC56-E961-5064198F2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AA4DDD-6CDB-74D3-6C5A-375F6ACDA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70D834-4092-B78E-BC8C-4BB27021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3F8DD0-1FE2-46CB-CFCB-4B2E51AB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3943A7-3030-A51E-B0D6-12AD95AB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94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B56E0-DE2B-78DE-DBDD-AD7C94941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668912-E844-F985-850D-D90805ACE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A3949B-B41E-2110-4D7A-554937EDC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EB3994-02EC-C4F5-AF5F-3E067778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6A732F-2EFA-3340-6051-9379700B3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2624E8-AAE5-F9C8-86A5-785EA2C8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245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190A9-F9C3-4137-B931-F5FFC3C9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CD247C-9E82-4337-DB71-BE1BE488E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C132C-C4BD-0640-3EFA-E08599FA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CD8B7-A349-65AD-3134-5F5A301D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48F50-E0C1-8106-C6DC-D649FE9A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54222C-8254-F9A7-B477-1A6DD717F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AE71FE-6212-6CD4-C926-332952C9B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7FE73-CF65-CC84-16AC-18E761AB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1CD310-7C97-EE18-B04E-4F32D3A9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29F980-B0D8-1BFF-4D9F-E3F545D0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071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099677-28FF-5CBC-8EDC-8CF51C43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506B57-BD3E-4D47-A01A-CC7AB8100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86C63-0354-1A29-B14B-E224F05CF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74CBE-F910-B044-8C07-4F6FD06ED7D5}" type="datetimeFigureOut">
              <a:rPr kumimoji="1" lang="ko-KR" altLang="en-US" smtClean="0"/>
              <a:t>2024-09-04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A08E6-D204-AD1A-8414-8F6142278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CEE62-988D-0588-8770-5073F05B8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94E4F-8865-B347-A474-75DDE37D55D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538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4.xm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customXml" Target="../ink/ink3.xml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1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7.xml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ustomXml" Target="../ink/ink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customXml" Target="../ink/ink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4EDD3-F0BB-D993-2784-F18143199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9896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54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Litmus </a:t>
            </a:r>
            <a:r>
              <a:rPr kumimoji="1" lang="en-US" altLang="ko-KR" sz="44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kumimoji="1"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리트머스</a:t>
            </a:r>
            <a:r>
              <a:rPr kumimoji="1" lang="en-US" altLang="ko-KR" sz="44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  <a:endParaRPr kumimoji="1" lang="ko-KR" altLang="en-US" sz="40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A92663-23DD-AD55-CAAE-5D5CDB8C6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0365"/>
            <a:ext cx="9144000" cy="108724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사용 설명서</a:t>
            </a:r>
            <a:endParaRPr kumimoji="1" lang="en-US" altLang="ko-KR" sz="20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-</a:t>
            </a:r>
            <a:r>
              <a:rPr kumimoji="1" lang="ko-KR" altLang="en-US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학생 </a:t>
            </a:r>
            <a:r>
              <a:rPr kumimoji="1" lang="en-US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-</a:t>
            </a:r>
            <a:endParaRPr kumimoji="1" lang="ko-KR" altLang="en-US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751BEF-039D-7C4C-3921-09FC3D9C02F3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07B37-E9EF-01BC-FF4E-3E063122D93D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9" name="그림 8" descr="로고, 상징, 그래픽, 폰트이(가) 표시된 사진&#10;&#10;자동 생성된 설명">
            <a:extLst>
              <a:ext uri="{FF2B5EF4-FFF2-40B4-BE49-F238E27FC236}">
                <a16:creationId xmlns:a16="http://schemas.microsoft.com/office/drawing/2014/main" id="{802FEEAC-C621-FFCA-0623-CC055FE44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21" y="3646110"/>
            <a:ext cx="620357" cy="620357"/>
          </a:xfrm>
          <a:prstGeom prst="rect">
            <a:avLst/>
          </a:prstGeom>
        </p:spPr>
      </p:pic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47681801-9FC4-EEE5-1BC5-E521C8B1F66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4EDD3-F0BB-D993-2784-F18143199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Index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07B37-E9EF-01BC-FF4E-3E063122D93D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97C7DAC8-D181-A22F-D0C8-C7FAF48C6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349411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Litmus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소개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회원가입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로그인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확인 및 참여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 및 읽기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해결 및 결과 확인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결과 확인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F643CBD-0059-7751-4C9B-FFA7BA98805A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1AA2CD-06DF-D4F3-9052-ED848FF46BD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360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2105-F474-D99F-8827-CAD02962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8A31D-1A95-806B-1BE2-E8DB42771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5478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1. Litmus 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  <a:endParaRPr kumimoji="1" lang="ko-KR" altLang="en-US" sz="36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BE6B9B-B327-C10C-78DA-46B06D027807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D46CC-55A2-4077-2F3D-69C6768B2E00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E7E00415-C9B4-92C3-3305-DC9BEF8140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7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D3401-9468-3030-8C77-A224CDFB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87D00-53BE-35EF-51FC-F10CEC216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46E66-9307-1F12-C83F-B2CC88F3824B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E99FC2E-CC28-6003-DBEB-8531F88BB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새로워진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Litmus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시스템 소개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2024-2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학기부터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기능 및 디자인을 개선한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Litmus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시스템이 도입됩니다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본 매뉴얼 문서는 사용자의 빠른 적응을 돕기 위한 가이드입니다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달라진 점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지원하는 프로그래밍 언어 추가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C / C++ / Python / JAVA</a:t>
            </a: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및 시험 진행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교과목 실습 및 프로그래밍 시험 진행에 최적화된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UI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및 기능을 제공합니다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대회 진행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JBNUPC,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역량인증제 등 대회 진행에 최적화된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UI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및 기능을 제공합니다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00A5A3E-7186-7258-E6CD-C66C3B72F1E4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CBA27-08F9-9774-3FE1-E532B303026B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97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D3401-9468-3030-8C77-A224CDFB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87D00-53BE-35EF-51FC-F10CEC216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46E66-9307-1F12-C83F-B2CC88F3824B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E99FC2E-CC28-6003-DBEB-8531F88BB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메인 페이지</a:t>
            </a:r>
            <a:endParaRPr lang="en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https://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litmus</a:t>
            </a:r>
            <a:r>
              <a:rPr lang="en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.jbnu.ac.kr/ </a:t>
            </a:r>
            <a:r>
              <a:rPr lang="ko-KR" altLang="en-US" dirty="0" err="1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에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dirty="0" err="1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어서오세요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!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00A5A3E-7186-7258-E6CD-C66C3B72F1E4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CBA27-08F9-9774-3FE1-E532B303026B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CA77C11C-763C-B6F0-211B-DBA284765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148" y="2163651"/>
            <a:ext cx="6635703" cy="3855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714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6B4B-7E1A-65CC-402A-4836AF43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CA09-3AA5-13B6-32F0-5C47BE97D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–</a:t>
            </a:r>
            <a:r>
              <a:rPr kumimoji="1" lang="ko-KR" altLang="en-US" sz="2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유저 페이지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FAECA-9FA0-C9D2-EC5E-69ED209DF00E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498A6917-8035-0BDA-E68F-C675A8808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개요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학생 계정에서는 </a:t>
            </a:r>
            <a:r>
              <a:rPr lang="en" altLang="ko-KR" sz="1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ASSIGNMENTS</a:t>
            </a:r>
            <a:r>
              <a:rPr lang="en" altLang="ko-KR" sz="18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/ </a:t>
            </a:r>
            <a:r>
              <a:rPr lang="en" altLang="ko-KR" sz="1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CONTESTS</a:t>
            </a:r>
            <a:r>
              <a:rPr lang="en" altLang="ko-KR" sz="18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/ </a:t>
            </a:r>
            <a:r>
              <a:rPr lang="en" altLang="ko-KR" sz="1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USERS</a:t>
            </a:r>
            <a:r>
              <a:rPr lang="en" altLang="ko-KR" sz="18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/ </a:t>
            </a:r>
            <a:r>
              <a:rPr lang="en" altLang="ko-KR" sz="1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ABOUT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탭을 확인 가능합니다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ASSIGNMENTS</a:t>
            </a:r>
            <a:r>
              <a:rPr lang="ko-KR" altLang="en-US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lang="ko-KR" altLang="en-US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및 시험</a:t>
            </a:r>
            <a:r>
              <a:rPr lang="en-US" altLang="ko-KR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교과목 실습</a:t>
            </a:r>
            <a:r>
              <a:rPr lang="en-US" altLang="ko-KR" sz="1400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 </a:t>
            </a:r>
            <a:r>
              <a:rPr lang="ko-KR" altLang="en-US" sz="1400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과제 및 시험 참여</a:t>
            </a:r>
            <a:r>
              <a:rPr lang="ko-KR" altLang="en-US" sz="1400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를 위한 탭입니다</a:t>
            </a:r>
            <a:endParaRPr lang="en-US" altLang="ko-KR" sz="1400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CONTESTS</a:t>
            </a:r>
            <a:r>
              <a:rPr lang="ko-KR" altLang="en-US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lang="ko-KR" altLang="en-US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대회</a:t>
            </a:r>
            <a:r>
              <a:rPr lang="en-US" altLang="ko-KR" sz="14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JBNUPC, </a:t>
            </a:r>
            <a:r>
              <a:rPr lang="ko-KR" altLang="en-US" sz="1400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역량인증제 등 </a:t>
            </a:r>
            <a:r>
              <a:rPr lang="ko-KR" altLang="en-US" sz="1400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대회 참여</a:t>
            </a:r>
            <a:r>
              <a:rPr lang="ko-KR" altLang="en-US" sz="1400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를 위한 탭입니다</a:t>
            </a:r>
            <a:endParaRPr lang="en-US" altLang="ko-KR" sz="1400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USERS</a:t>
            </a:r>
            <a:r>
              <a:rPr lang="ko-KR" altLang="en-US" sz="16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16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lang="ko-KR" altLang="en-US" sz="16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사용자</a:t>
            </a:r>
            <a:r>
              <a:rPr lang="en-US" altLang="ko-KR" sz="16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현재 가입되어 있는 모든 사용자 정보를 확인할 수 있습니다</a:t>
            </a:r>
            <a:endParaRPr lang="en-US" altLang="ko-KR" sz="1400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B6B3F755-211A-8C53-0048-E802B53AE27E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4DEF27-C5B6-6EBA-F490-596B9A51EDDC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8CD963-F8FC-930A-E655-35B9B4FAB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34" y="4523332"/>
            <a:ext cx="4733925" cy="428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946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40EBF-0E0A-C1EE-54C0-810A4547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0506B-F6EF-1A85-8E97-4574A4B3D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–</a:t>
            </a:r>
            <a:r>
              <a:rPr kumimoji="1" lang="ko-KR" altLang="en-US" sz="2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유저 페이지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D472A-47B4-92A1-FFC8-586CE2BB8615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70DE97B4-0331-4EAF-C24B-45D93E959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개요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및 시험</a:t>
            </a:r>
            <a:r>
              <a:rPr lang="en-US" altLang="ko-KR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(ASSIGNMENTS)</a:t>
            </a:r>
            <a:r>
              <a:rPr lang="ko-KR" altLang="en-US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 </a:t>
            </a:r>
            <a:r>
              <a:rPr lang="ko-KR" altLang="en-US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대회</a:t>
            </a:r>
            <a:r>
              <a:rPr lang="en-US" altLang="ko-KR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(CONTESTS)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는 기능적으로 동일합니다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. </a:t>
            </a:r>
            <a:endParaRPr lang="en-US" altLang="ko-KR" dirty="0">
              <a:solidFill>
                <a:srgbClr val="FF0000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8B4A784A-54AD-2D17-811A-9DD85B0B6311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EF7AC5-2536-51F6-83FB-597055844D8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6" name="그림 5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4D6B25F2-88D5-5A7E-47F9-EF701320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79" y="2450413"/>
            <a:ext cx="5213628" cy="38657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그림 9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47ADCAA6-9528-B832-6CBB-0981D8102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795" y="2450413"/>
            <a:ext cx="5257511" cy="23816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9E37317-F9FF-EF95-9617-235FF4E51D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704"/>
          <a:stretch/>
        </p:blipFill>
        <p:spPr>
          <a:xfrm>
            <a:off x="3890675" y="1847662"/>
            <a:ext cx="4410649" cy="3526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83358650-A5FF-0B9D-29F2-7843B5F3FE3D}"/>
              </a:ext>
            </a:extLst>
          </p:cNvPr>
          <p:cNvGrpSpPr/>
          <p:nvPr/>
        </p:nvGrpSpPr>
        <p:grpSpPr>
          <a:xfrm>
            <a:off x="4152664" y="1838478"/>
            <a:ext cx="2132280" cy="951840"/>
            <a:chOff x="4152664" y="1838478"/>
            <a:chExt cx="2132280" cy="95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39743FF-99D5-2CC7-A9FF-24B5C1F4A38C}"/>
                    </a:ext>
                  </a:extLst>
                </p14:cNvPr>
                <p14:cNvContentPartPr/>
                <p14:nvPr/>
              </p14:nvContentPartPr>
              <p14:xfrm>
                <a:off x="5311504" y="1838478"/>
                <a:ext cx="973440" cy="3355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39743FF-99D5-2CC7-A9FF-24B5C1F4A3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02504" y="1829838"/>
                  <a:ext cx="9910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7999F69-D0AB-1FAD-51D4-897DD3A644E8}"/>
                    </a:ext>
                  </a:extLst>
                </p14:cNvPr>
                <p14:cNvContentPartPr/>
                <p14:nvPr/>
              </p14:nvContentPartPr>
              <p14:xfrm>
                <a:off x="4243024" y="2194158"/>
                <a:ext cx="1179000" cy="531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7999F69-D0AB-1FAD-51D4-897DD3A644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34384" y="2185518"/>
                  <a:ext cx="119664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54305AA-7407-3C44-78C6-7E533A448C00}"/>
                    </a:ext>
                  </a:extLst>
                </p14:cNvPr>
                <p14:cNvContentPartPr/>
                <p14:nvPr/>
              </p14:nvContentPartPr>
              <p14:xfrm>
                <a:off x="4152664" y="2473878"/>
                <a:ext cx="284760" cy="3164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54305AA-7407-3C44-78C6-7E533A448C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43664" y="2465238"/>
                  <a:ext cx="30240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EE61663-F25B-2592-C278-8A895FF2C346}"/>
              </a:ext>
            </a:extLst>
          </p:cNvPr>
          <p:cNvGrpSpPr/>
          <p:nvPr/>
        </p:nvGrpSpPr>
        <p:grpSpPr>
          <a:xfrm>
            <a:off x="6292144" y="1838838"/>
            <a:ext cx="1824120" cy="906120"/>
            <a:chOff x="6292144" y="1838838"/>
            <a:chExt cx="1824120" cy="906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D9A65DA-F383-D795-A229-E8CA07B00DCF}"/>
                    </a:ext>
                  </a:extLst>
                </p14:cNvPr>
                <p14:cNvContentPartPr/>
                <p14:nvPr/>
              </p14:nvContentPartPr>
              <p14:xfrm>
                <a:off x="6292144" y="1838838"/>
                <a:ext cx="798120" cy="323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D9A65DA-F383-D795-A229-E8CA07B00D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74144" y="1820838"/>
                  <a:ext cx="8337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2A8633E-29F6-84DA-BDD8-B111E9B333B0}"/>
                    </a:ext>
                  </a:extLst>
                </p14:cNvPr>
                <p14:cNvContentPartPr/>
                <p14:nvPr/>
              </p14:nvContentPartPr>
              <p14:xfrm>
                <a:off x="7002784" y="2140158"/>
                <a:ext cx="1069560" cy="5670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2A8633E-29F6-84DA-BDD8-B111E9B333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5144" y="2122518"/>
                  <a:ext cx="110520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9D6E12F-4B1A-1B8C-C369-501158E4AFE4}"/>
                    </a:ext>
                  </a:extLst>
                </p14:cNvPr>
                <p14:cNvContentPartPr/>
                <p14:nvPr/>
              </p14:nvContentPartPr>
              <p14:xfrm>
                <a:off x="7886584" y="2570718"/>
                <a:ext cx="229680" cy="1742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9D6E12F-4B1A-1B8C-C369-501158E4AF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68584" y="2553078"/>
                  <a:ext cx="265320" cy="20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5248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60E7-3B13-DAAE-8C8B-AABCA05D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511EA-0768-7425-A37D-4F1EAA162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–</a:t>
            </a:r>
            <a:r>
              <a:rPr kumimoji="1" lang="ko-KR" altLang="en-US" sz="2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유저 페이지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2FC61-7373-5733-7650-0FAF2D5943A8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30F26FFA-C1D9-31D6-CCCE-B85EAA7A1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en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ASSIGNMENTS</a:t>
            </a:r>
            <a:r>
              <a:rPr lang="en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</a:t>
            </a:r>
            <a:r>
              <a:rPr lang="ko-KR" altLang="en-US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및 시험</a:t>
            </a:r>
            <a:r>
              <a:rPr lang="en-US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강의에서 사용하는 과제 및 시험 목록입니다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개설한 과제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/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진행 중인 과제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/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진행 예정 과제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및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종료된 과제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로 나뉘어져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개설된 모든 강의 중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본인이 들어가야 할 강의를 빠르게 찾을 수 있도록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과목별 필터링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을 제공합니다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F5239FFA-C6B8-A784-B7CD-998AFD3AA2F7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C96262-4F05-9569-EBEE-14D87629166A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CDE304C9-0865-145C-7703-15FC70ED9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35" y="2846231"/>
            <a:ext cx="4837531" cy="33957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337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5D08-8DD4-D8F4-B8C3-74E135ADD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CE0C0-8539-391F-B06C-6BB437B35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–</a:t>
            </a:r>
            <a:r>
              <a:rPr kumimoji="1" lang="ko-KR" altLang="en-US" sz="2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유저 페이지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2396E-5237-FA63-6324-9ACE40B6F158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1C4A7F3-BDC5-54BE-5D2B-1E9C4AEA8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en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CONTESTS</a:t>
            </a:r>
            <a:r>
              <a:rPr lang="en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</a:t>
            </a:r>
            <a:r>
              <a:rPr lang="ko-KR" altLang="en-US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대회</a:t>
            </a:r>
            <a:r>
              <a:rPr lang="en-US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학과 및 기관에서 주최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주관하는 대회 목록입니다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주로 학과 및 기관 혹은 동아리에서 </a:t>
            </a:r>
            <a:r>
              <a:rPr lang="ko-KR" altLang="en-US" dirty="0" err="1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인증제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시험 및 대회를 위해 사용할 기능입니다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개설한 대회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진행 중인 대회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진행 예정 대회 및 종료된 대회로 나뉘어져 있습니다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2060FE2F-8013-2471-D7DE-E1473854FD7D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625DB9-19AF-9F1D-AA1B-D0C8302449B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0113F99B-6110-4231-B22F-6A83D09D9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062" y="2841089"/>
            <a:ext cx="6871404" cy="34009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105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B64C-1519-B4B8-30F4-AC6FA17A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DA497-863E-52DC-6FC4-D32530254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(1) Litmus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소개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–</a:t>
            </a:r>
            <a:r>
              <a:rPr kumimoji="1" lang="ko-KR" altLang="en-US" sz="2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유저 페이지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8C386-BD12-C3E8-C0A3-C1B1F83B5466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584EEFCD-B7E0-04A7-B179-BA347A2E3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en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USERS</a:t>
            </a:r>
            <a:r>
              <a:rPr lang="en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</a:t>
            </a:r>
            <a:r>
              <a:rPr lang="ko-KR" altLang="en-US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사용자</a:t>
            </a:r>
            <a:r>
              <a:rPr lang="en-US" altLang="ko-KR" sz="2000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모든 사용자 목록입니다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사용자를 클릭하면 각 사용자의 정보 창으로 이동됩니다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1918FBA9-767D-9017-5DE6-675606365560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A50D37-0851-D4EB-1BB9-1B45C96A609E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 descr="텍스트, 라인, 스크린샷이(가) 표시된 사진&#10;&#10;자동 생성된 설명">
            <a:extLst>
              <a:ext uri="{FF2B5EF4-FFF2-40B4-BE49-F238E27FC236}">
                <a16:creationId xmlns:a16="http://schemas.microsoft.com/office/drawing/2014/main" id="{291A8DA2-4459-3BDE-2AEC-4E1D725E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614" y="3116813"/>
            <a:ext cx="5999851" cy="3125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25FA908-42D4-2ECC-E18E-F0B3FB5BA2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704"/>
          <a:stretch/>
        </p:blipFill>
        <p:spPr>
          <a:xfrm>
            <a:off x="3890675" y="2479033"/>
            <a:ext cx="4410649" cy="3526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64A7CE7-39CB-7E60-D6A5-C50F16DDD9A4}"/>
              </a:ext>
            </a:extLst>
          </p:cNvPr>
          <p:cNvGrpSpPr/>
          <p:nvPr/>
        </p:nvGrpSpPr>
        <p:grpSpPr>
          <a:xfrm>
            <a:off x="7066504" y="2461278"/>
            <a:ext cx="573120" cy="943920"/>
            <a:chOff x="7066504" y="2461278"/>
            <a:chExt cx="573120" cy="94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AF3E4E6-489C-2AC0-2677-72FE65FCCE0E}"/>
                    </a:ext>
                  </a:extLst>
                </p14:cNvPr>
                <p14:cNvContentPartPr/>
                <p14:nvPr/>
              </p14:nvContentPartPr>
              <p14:xfrm>
                <a:off x="7066504" y="2461278"/>
                <a:ext cx="573120" cy="3794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AF3E4E6-489C-2AC0-2677-72FE65FCCE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57504" y="2452638"/>
                  <a:ext cx="590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4F9BD9E-7E38-F456-3449-A67EBA18DDC7}"/>
                    </a:ext>
                  </a:extLst>
                </p14:cNvPr>
                <p14:cNvContentPartPr/>
                <p14:nvPr/>
              </p14:nvContentPartPr>
              <p14:xfrm>
                <a:off x="7439464" y="2839638"/>
                <a:ext cx="70920" cy="565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4F9BD9E-7E38-F456-3449-A67EBA18DDC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30464" y="2830638"/>
                  <a:ext cx="88560" cy="58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284F42E2-AA75-E585-FC66-9660BE2D9DC3}"/>
                  </a:ext>
                </a:extLst>
              </p14:cNvPr>
              <p14:cNvContentPartPr/>
              <p14:nvPr/>
            </p14:nvContentPartPr>
            <p14:xfrm>
              <a:off x="7271704" y="3302238"/>
              <a:ext cx="381600" cy="20628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284F42E2-AA75-E585-FC66-9660BE2D9D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62704" y="3293238"/>
                <a:ext cx="399240" cy="2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53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22BF-9855-BED2-8652-B8703496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B7871-3195-6C88-93EF-3CCF70605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5478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2. 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회원가입 </a:t>
            </a:r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로그인</a:t>
            </a:r>
            <a:endParaRPr kumimoji="1" lang="ko-KR" altLang="en-US" sz="36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4474EB-24DE-53F0-0B9F-B3BCD040804F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2782D-CF75-FFF7-50D4-2CF5BBC9F242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7C7858DE-B7B0-0D65-EC6E-DA494E5481F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11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FECB-8BF7-E8C3-B1DC-0ABFD053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BF2EB-DD5D-DDB0-2DCE-D899BFBEA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(2)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회원가입 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로그인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9466B-4AE4-8DB6-9D14-E6ABF757A4A6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32756187-E6EB-17C3-3974-EA327E353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회원가입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아이디에는 학번을 입력해주세요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이메일은 </a:t>
            </a:r>
            <a:r>
              <a:rPr lang="en-US" altLang="ko-KR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@</a:t>
            </a:r>
            <a:r>
              <a:rPr lang="en" altLang="ko-KR" b="1" dirty="0" err="1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jbnu.ac.kr</a:t>
            </a:r>
            <a:r>
              <a:rPr lang="en" altLang="ko-KR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도메인으로 고정됩니다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회원가입 후 이메일 인증을 필요로 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E43C60B3-4BCB-044B-DB06-1D6A2B523EEF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1D2983-A738-D700-CDF3-C34EDD754A87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25AABD6-5407-2BC7-7E84-562EBD0A1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350" y="1505496"/>
            <a:ext cx="4632176" cy="45621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04868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08C7-4D63-07B8-73FB-A65A5F98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3EDE5-78F0-0E14-9CE9-487614609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(2)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회원가입 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로그인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95675-3203-3538-DFEB-DDDA34D0F89D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1AC203A7-40B9-5E83-BC61-8733A2A28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로그인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이메일 인증이 완료된 계정은 로그인이 가능합니다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17073874-E885-6EE2-ADA8-146D3080CD8C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9FDD17-7E40-1B0C-6E3C-73073BD14909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4" name="그림 3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33C23CEE-EB6E-3E66-7BFE-DC1FBAE1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580" y="1957589"/>
            <a:ext cx="5800946" cy="41100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16458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5295-E9C4-7EFC-F33A-02E2CCF3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303B8-BDB4-894D-6DB7-3E8579A92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5478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3. 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확인 및 참여</a:t>
            </a:r>
            <a:endParaRPr kumimoji="1" lang="ko-KR" altLang="en-US" sz="36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BD3EA7-FDDA-A993-F64B-9D9518BB1F56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FA8D2-0207-87A9-3052-6DF04C27DBB7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5900DEE5-9876-6AFA-67BE-412140A5CC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87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8AE6-0C06-5493-4CF0-2CADF567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0220E-CACC-3229-4B17-96D3AF076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(3)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확인 및 참여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3AD90-4858-AF69-3BD6-F5F359293765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320E8C1-D388-BD03-8953-5712F6EFE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대회 확인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ASSIGNMENTS / CONTESTS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탭에 접속하여 대회 정보를 확인할 수 있습니다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진행 중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진행 예정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종료된 과제 및 대회 리스트를 확인할 수 있습니다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진행 중인 대회에 참가 버튼을 눌러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 ‘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참여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‘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해주시면 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EF7B37AA-257F-F234-22C0-50707E569E04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C8D3CB-BD51-018C-D0E5-771D137C8DBF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51D402A-7042-493C-347A-109F84869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083" y="2888702"/>
            <a:ext cx="7131427" cy="3239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B5EEDC0C-1504-5628-B130-D242042CBD67}"/>
                  </a:ext>
                </a:extLst>
              </p14:cNvPr>
              <p14:cNvContentPartPr/>
              <p14:nvPr/>
            </p14:nvContentPartPr>
            <p14:xfrm>
              <a:off x="8187544" y="4377558"/>
              <a:ext cx="890280" cy="56520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B5EEDC0C-1504-5628-B130-D242042CBD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78904" y="4368918"/>
                <a:ext cx="907920" cy="5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5661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8AE6-0C06-5493-4CF0-2CADF567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0220E-CACC-3229-4B17-96D3AF076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(3)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확인 및 참여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3AD90-4858-AF69-3BD6-F5F359293765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320E8C1-D388-BD03-8953-5712F6EFE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대회 확인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각 과제 및 대회에 부여된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Access Code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를 입력하여 진행 창으로 진입합니다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교수님 혹은 대회 관리자가 제공한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Access Code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를 입력하면 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입력 후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대회 입장하기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버튼을 눌러주세요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EF7B37AA-257F-F234-22C0-50707E569E04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C8D3CB-BD51-018C-D0E5-771D137C8DBF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B47CF-CA5D-631F-509F-7AE66F63B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263" y="2823446"/>
            <a:ext cx="6179068" cy="3418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12A837A-5AA0-4FBF-959F-85F46150BD87}"/>
                  </a:ext>
                </a:extLst>
              </p14:cNvPr>
              <p14:cNvContentPartPr/>
              <p14:nvPr/>
            </p14:nvContentPartPr>
            <p14:xfrm>
              <a:off x="5225104" y="5011878"/>
              <a:ext cx="1751760" cy="4543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12A837A-5AA0-4FBF-959F-85F46150BD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6464" y="5002878"/>
                <a:ext cx="1769400" cy="47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823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9052-0F49-32DD-DDCF-ABF2F3FB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356B8-5F86-AD37-764F-2C9A82B14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5478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4. 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 및 읽기</a:t>
            </a:r>
            <a:endParaRPr kumimoji="1" lang="ko-KR" altLang="en-US" sz="36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7A072E-213E-8569-C101-1E26FB788C6E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333D5-D1CD-EA4B-F0D9-24AB0D8B1194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EB03EA5D-9EC1-43E7-EB9A-A56751E86B3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91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ABA5-1072-E458-6D8F-30E9C06A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9927A-0055-2C9C-D0EB-29B1F5D97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(4)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 및 읽기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B4DE2-DA35-8362-7232-EF91024EE5C0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FE66AFC7-9E44-619D-AAF9-772D9D09F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및 대회 접속 시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다음과 같은 뷰를 확인할 수 있습니다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정보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대회 타이머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해결해야 하는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문제 리스트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등을 확인할 수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문제 제목을 클릭하여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문제 확인 및 답안 제출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 페이지로 이동할 수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순위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참여자 순위를 확인할 수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대회 설정에 따라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본인의 문제 해결 여부만 보일 수도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제출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참여자 전체의 답안 제출 로그를 확인할 수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714500" lvl="3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대회 설정에 따라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본인의 로그만 보일 수도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426422F-45E5-A01D-AAE5-66B45827567C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0E5DD6-B33B-C273-F804-34D33970B2C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C25383D-6D4C-F89B-DADC-8D152DBA62F4}"/>
              </a:ext>
            </a:extLst>
          </p:cNvPr>
          <p:cNvGrpSpPr/>
          <p:nvPr/>
        </p:nvGrpSpPr>
        <p:grpSpPr>
          <a:xfrm>
            <a:off x="7422098" y="3184264"/>
            <a:ext cx="4581862" cy="3159443"/>
            <a:chOff x="6390043" y="2440804"/>
            <a:chExt cx="5535868" cy="381995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14E32B7-EE49-8BB1-AAEB-0BE77639B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0043" y="2440804"/>
              <a:ext cx="5535868" cy="381995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517C873-B04D-8FCC-003F-C1E41999EC11}"/>
                    </a:ext>
                  </a:extLst>
                </p14:cNvPr>
                <p14:cNvContentPartPr/>
                <p14:nvPr/>
              </p14:nvContentPartPr>
              <p14:xfrm>
                <a:off x="7539544" y="4796238"/>
                <a:ext cx="820440" cy="4777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517C873-B04D-8FCC-003F-C1E41999EC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28669" y="4785361"/>
                  <a:ext cx="841756" cy="49903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7564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ABA5-1072-E458-6D8F-30E9C06A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9927A-0055-2C9C-D0EB-29B1F5D97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(4)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 및 읽기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B4DE2-DA35-8362-7232-EF91024EE5C0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FE66AFC7-9E44-619D-AAF9-772D9D09F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해결하고자 하는 문제를 선택하여 무엇을 해야 하는지 파악합니다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예제 입력에 따른 출력을 제공하는 코드를 작성하여 제출합니다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입출력 예제는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1~2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개만 주어지며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실제 채점 시에는 더 많은 테스트 케이스를 충족해야 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따라서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예제를 만족해도 오답으로 처리될 수 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Wingdings" pitchFamily="2" charset="2"/>
              <a:buChar char="Ø"/>
            </a:pP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426422F-45E5-A01D-AAE5-66B45827567C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0E5DD6-B33B-C273-F804-34D33970B2C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F1AEA5-24E2-B181-4886-55FF041F9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198" y="3221177"/>
            <a:ext cx="5096128" cy="3122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8335BF72-6FA5-29BB-0717-3023ABE29707}"/>
                  </a:ext>
                </a:extLst>
              </p14:cNvPr>
              <p14:cNvContentPartPr/>
              <p14:nvPr/>
            </p14:nvContentPartPr>
            <p14:xfrm>
              <a:off x="10817933" y="4216997"/>
              <a:ext cx="855193" cy="302083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8335BF72-6FA5-29BB-0717-3023ABE297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08935" y="4207996"/>
                <a:ext cx="872830" cy="3197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8469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06BF5-70AB-A5F2-87E9-E74C2EFE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E15ED-3C49-13DC-A8C2-887F076B6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(4)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선택 및 읽기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ECF7E-F63A-B834-82C9-0FF3642AEC57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12AB3452-1152-4D63-9E7F-377CED6B5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읽기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해당 문제는 두 정수를 입력 받고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이를 더한 값을 출력하는 문제입니다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입력과 출력에 대한 예제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(test case)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가 제공되어 있으므로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이를 참고하여 문제를 해결합니다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8B8FB357-EFB1-6263-4AA4-71B56CDF903B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B16F72-2E4A-D8B6-0053-21F8146CCD64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3AFE1E44-F9C3-0DF2-5927-2152E1FE0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730" y="2326000"/>
            <a:ext cx="6658133" cy="38627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78105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E173-4D0A-940E-1632-DFF6DF94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CDBBE-7854-2CE5-8FB5-FAD13D4F2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5478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5. 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해결 및 결과 확인</a:t>
            </a:r>
            <a:endParaRPr kumimoji="1" lang="ko-KR" altLang="en-US" sz="36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02ABF1-EBEE-BBDB-5BCA-9592E0B9BBD6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91175-523E-5714-806A-6350A1610117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C36F4CD6-DF0E-B969-1156-86D423DBAD6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70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975C-C381-C4FF-E4FA-0949A871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50DA0-D01E-3957-3BC3-7F60C7D4B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(5)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해결 및 결과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5960-5334-F5E1-7A69-3065A08D6026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CBDC8C9-9187-9BE0-BD5B-E3EDBC28A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풀기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풀이는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Visual Studio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와 같은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IDE, 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메모장 같은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Text Editor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등에서의 진행을 권장합니다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앞서 소개한 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‘test1’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문제를 푼 코드입니다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7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번 줄에서 두 개의 정수를 입력 받습니다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.</a:t>
            </a:r>
            <a:b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</a:b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8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번 줄에서 덧셈 연산을 수행한 뒤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9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번 줄에서 결과 값을 출력합니다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코드를 입력한 후 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'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제출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'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을 클릭합니다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FF209315-3E36-AC28-2E3C-2B4F6AA11194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F23E73-83A1-C49D-0F2C-E1327348300C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 descr="텍스트, 스크린샷, 라인이(가) 표시된 사진&#10;&#10;자동 생성된 설명">
            <a:extLst>
              <a:ext uri="{FF2B5EF4-FFF2-40B4-BE49-F238E27FC236}">
                <a16:creationId xmlns:a16="http://schemas.microsoft.com/office/drawing/2014/main" id="{49D93752-1DC3-F383-40E0-0E9B199EE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86" y="3600899"/>
            <a:ext cx="5986228" cy="2641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90047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75CE-A250-19B0-1A4C-908AD2DE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9060A-89E7-F0B0-216D-786317AC7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(5)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문제 해결 및 결과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D8563-6F79-BAA5-67F0-BF7D39E2F7B1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75D99A21-9A2A-D69D-9CCD-7FBE3A0E9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결과 확인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제출한 코드의 결과를 확인할 수 있습니다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코드가 정답이면 </a:t>
            </a:r>
            <a:r>
              <a:rPr lang="en-US" altLang="ko-KR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AC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그렇지 않으면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다른 결과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가 출력됩니다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오답 분류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문법이 틀렸으면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컴파일 에러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코드의 실행 시간이 너무 크면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시간 초과</a:t>
            </a:r>
            <a: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, </a:t>
            </a:r>
            <a:br>
              <a:rPr lang="en-US" altLang="ko-KR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</a:b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많은 메모리를 사용하게 된다면 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메모리 초과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등이 발생할 수 있습니다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  <a:p>
            <a:pPr marL="1257300" lvl="2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맞았습니다</a:t>
            </a:r>
            <a:r>
              <a:rPr lang="en-US" altLang="ko-KR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(AC)</a:t>
            </a:r>
            <a:r>
              <a:rPr lang="ko-KR" altLang="en-US" b="1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 </a:t>
            </a:r>
            <a:r>
              <a:rPr lang="ko-KR" altLang="en-US" dirty="0">
                <a:latin typeface="나눔바른고딕OTF Light" panose="02000303000000000000" pitchFamily="50" charset="-127"/>
                <a:ea typeface="나눔바른고딕OTF Light" panose="02000303000000000000" pitchFamily="50" charset="-127"/>
              </a:rPr>
              <a:t>외에는 모두 틀린 답으로 생각해주시면 됩니다</a:t>
            </a:r>
            <a:endParaRPr lang="en-US" altLang="ko-KR" dirty="0">
              <a:latin typeface="나눔바른고딕OTF Light" panose="02000303000000000000" pitchFamily="50" charset="-127"/>
              <a:ea typeface="나눔바른고딕OTF Light" panose="02000303000000000000" pitchFamily="50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2AD45B6-D03B-A0B1-F1EB-613E7A6D6F60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96EE02-395A-8AE9-4769-BA4B613DE198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 descr="텍스트, 스크린샷, 명함, 폰트이(가) 표시된 사진&#10;&#10;자동 생성된 설명">
            <a:extLst>
              <a:ext uri="{FF2B5EF4-FFF2-40B4-BE49-F238E27FC236}">
                <a16:creationId xmlns:a16="http://schemas.microsoft.com/office/drawing/2014/main" id="{3695E906-B2ED-7F1A-C85C-E1878A280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23" y="4164132"/>
            <a:ext cx="1923183" cy="21332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37FF0CB-EE05-A93C-8C32-AEA8C8639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195" y="4164132"/>
            <a:ext cx="5596428" cy="21165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30727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390A-E46A-AB93-60C4-B226C688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19F60-58F3-5CC1-A6D5-EEA3D45A3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5478"/>
            <a:ext cx="12192000" cy="1016281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6. 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결과 확인</a:t>
            </a:r>
            <a:endParaRPr kumimoji="1" lang="ko-KR" altLang="en-US" sz="36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B8B0BD-A087-CA1F-B3B7-688F2E9A1D7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B4A5C-FC82-F154-6E43-752AD6DBE7F7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5" name="그림 14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DD66416F-143A-5392-F42D-CA83E05D06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08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7442-FE04-5E23-10A0-4FD0465A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559BD-B92D-2843-8542-38EF3E5AA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0419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(6) 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과제 </a:t>
            </a:r>
            <a:r>
              <a:rPr kumimoji="1" lang="en-US" altLang="ko-KR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kumimoji="1" lang="ko-KR" altLang="en-US" sz="36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대회 결과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325A7-4D21-CBDE-849E-45EA6867D6E1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C36484F-ADB2-C658-8CEA-4823D1093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839322"/>
            <a:ext cx="11461596" cy="5402687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l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순위</a:t>
            </a:r>
            <a:r>
              <a:rPr lang="en-US" altLang="ko-KR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제출 탭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800100" lvl="1" indent="-342900" algn="l">
              <a:lnSpc>
                <a:spcPct val="120000"/>
              </a:lnSpc>
              <a:buFont typeface="Wingdings" pitchFamily="2" charset="2"/>
              <a:buChar char="Ø"/>
            </a:pPr>
            <a:r>
              <a:rPr lang="ko-KR" altLang="en-US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현재 순위 및 제출 내용을 확인할 수 있습니다</a:t>
            </a:r>
            <a:endParaRPr lang="en-US" altLang="ko-KR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2CC18BB8-FC15-AA74-4EC0-1E27D3CB28E1}"/>
              </a:ext>
            </a:extLst>
          </p:cNvPr>
          <p:cNvCxnSpPr>
            <a:cxnSpLocks/>
          </p:cNvCxnSpPr>
          <p:nvPr/>
        </p:nvCxnSpPr>
        <p:spPr>
          <a:xfrm>
            <a:off x="135673" y="669267"/>
            <a:ext cx="11920653" cy="11152"/>
          </a:xfrm>
          <a:prstGeom prst="line">
            <a:avLst/>
          </a:prstGeom>
          <a:ln w="63500">
            <a:solidFill>
              <a:srgbClr val="007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2581E6-F00A-8D1C-321E-1A8195DE67DE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" name="그림 4" descr="텍스트, 라인, 스크린샷이(가) 표시된 사진&#10;&#10;자동 생성된 설명">
            <a:extLst>
              <a:ext uri="{FF2B5EF4-FFF2-40B4-BE49-F238E27FC236}">
                <a16:creationId xmlns:a16="http://schemas.microsoft.com/office/drawing/2014/main" id="{9C816075-2DDF-2350-2E61-C48DDF0A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51" y="2435459"/>
            <a:ext cx="7126063" cy="27873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 descr="텍스트, 소프트웨어, 컴퓨터 아이콘, 스크린샷이(가) 표시된 사진&#10;&#10;자동 생성된 설명">
            <a:extLst>
              <a:ext uri="{FF2B5EF4-FFF2-40B4-BE49-F238E27FC236}">
                <a16:creationId xmlns:a16="http://schemas.microsoft.com/office/drawing/2014/main" id="{25D50CEC-B721-9D1E-FA03-51581647F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170" y="2435459"/>
            <a:ext cx="4071425" cy="2812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78517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107B37-E9EF-01BC-FF4E-3E063122D93D}"/>
              </a:ext>
            </a:extLst>
          </p:cNvPr>
          <p:cNvSpPr txBox="1"/>
          <p:nvPr/>
        </p:nvSpPr>
        <p:spPr>
          <a:xfrm>
            <a:off x="3958683" y="5698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CEAE672-6B71-FC39-11A6-F3F8229ED33D}"/>
              </a:ext>
            </a:extLst>
          </p:cNvPr>
          <p:cNvSpPr txBox="1">
            <a:spLocks/>
          </p:cNvSpPr>
          <p:nvPr/>
        </p:nvSpPr>
        <p:spPr>
          <a:xfrm>
            <a:off x="0" y="2412507"/>
            <a:ext cx="12192000" cy="10162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감사합니다</a:t>
            </a:r>
            <a:r>
              <a:rPr kumimoji="1" lang="en-US" altLang="ko-KR" sz="48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.</a:t>
            </a:r>
            <a:endParaRPr kumimoji="1" lang="ko-KR" altLang="en-US" sz="3600" b="1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AA20FE24-6443-06C2-4B4C-93558FB94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0365"/>
            <a:ext cx="9144000" cy="1087244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2200" b="1" dirty="0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ALPS</a:t>
            </a:r>
          </a:p>
          <a:p>
            <a:pPr>
              <a:lnSpc>
                <a:spcPct val="110000"/>
              </a:lnSpc>
            </a:pPr>
            <a:r>
              <a:rPr kumimoji="1" lang="en-US" altLang="ko-KR" sz="1900" dirty="0" err="1"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jbnualps@jbnu.ac.kr</a:t>
            </a:r>
            <a:endParaRPr kumimoji="1" lang="ko-KR" altLang="en-US" sz="1900" dirty="0"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B37265-D814-5C33-E01F-711D69CC0DC2}"/>
              </a:ext>
            </a:extLst>
          </p:cNvPr>
          <p:cNvSpPr/>
          <p:nvPr/>
        </p:nvSpPr>
        <p:spPr>
          <a:xfrm>
            <a:off x="0" y="6445405"/>
            <a:ext cx="12192000" cy="412595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3" name="그림 2" descr="폰트, 로고, 그래픽, 상징이(가) 표시된 사진&#10;&#10;자동 생성된 설명">
            <a:extLst>
              <a:ext uri="{FF2B5EF4-FFF2-40B4-BE49-F238E27FC236}">
                <a16:creationId xmlns:a16="http://schemas.microsoft.com/office/drawing/2014/main" id="{7C2ABECA-0D46-7F4D-5851-A61C33310B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65" y="102933"/>
            <a:ext cx="913526" cy="55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41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860</Words>
  <Application>Microsoft Office PowerPoint</Application>
  <PresentationFormat>와이드스크린</PresentationFormat>
  <Paragraphs>140</Paragraphs>
  <Slides>26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Apple SD Gothic Neo</vt:lpstr>
      <vt:lpstr>NanumBarunGothicOTF</vt:lpstr>
      <vt:lpstr>나눔바른고딕OTF Light</vt:lpstr>
      <vt:lpstr>맑은 고딕</vt:lpstr>
      <vt:lpstr>Arial</vt:lpstr>
      <vt:lpstr>Wingdings</vt:lpstr>
      <vt:lpstr>Office 테마</vt:lpstr>
      <vt:lpstr>Litmus (리트머스)</vt:lpstr>
      <vt:lpstr> Index</vt:lpstr>
      <vt:lpstr>1. Litmus 소개</vt:lpstr>
      <vt:lpstr> (1) Litmus 소개</vt:lpstr>
      <vt:lpstr> (1) Litmus 소개</vt:lpstr>
      <vt:lpstr> (1) Litmus 소개–유저 페이지</vt:lpstr>
      <vt:lpstr> (1) Litmus 소개–유저 페이지</vt:lpstr>
      <vt:lpstr> (1) Litmus 소개–유저 페이지</vt:lpstr>
      <vt:lpstr> (1) Litmus 소개–유저 페이지</vt:lpstr>
      <vt:lpstr> (1) Litmus 소개–유저 페이지</vt:lpstr>
      <vt:lpstr>2. 회원가입 / 로그인</vt:lpstr>
      <vt:lpstr> (2) 회원가입 / 로그인</vt:lpstr>
      <vt:lpstr> (2) 회원가입 / 로그인</vt:lpstr>
      <vt:lpstr>3. 과제 / 대회 확인 및 참여</vt:lpstr>
      <vt:lpstr> (3) 과제 / 대회 확인 및 참여</vt:lpstr>
      <vt:lpstr> (3) 과제 / 대회 확인 및 참여</vt:lpstr>
      <vt:lpstr>4. 문제 선택 및 읽기</vt:lpstr>
      <vt:lpstr> (4) 문제 선택 및 읽기</vt:lpstr>
      <vt:lpstr> (4) 문제 선택 및 읽기</vt:lpstr>
      <vt:lpstr> (4) 문제 선택 및 읽기</vt:lpstr>
      <vt:lpstr>5. 문제 해결 및 결과 확인</vt:lpstr>
      <vt:lpstr> (5) 문제 해결 및 결과 확인</vt:lpstr>
      <vt:lpstr> (5) 문제 해결 및 결과 확인</vt:lpstr>
      <vt:lpstr>6. 과제 / 대회 결과 확인</vt:lpstr>
      <vt:lpstr> (6) 과제 / 대회 결과 확인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소부승</dc:creator>
  <cp:lastModifiedBy>소부승</cp:lastModifiedBy>
  <cp:revision>247</cp:revision>
  <dcterms:created xsi:type="dcterms:W3CDTF">2024-08-24T16:37:29Z</dcterms:created>
  <dcterms:modified xsi:type="dcterms:W3CDTF">2024-09-04T03:52:08Z</dcterms:modified>
</cp:coreProperties>
</file>